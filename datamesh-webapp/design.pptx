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7C1F-0167-D8B8-5BFA-8B1A496EB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CB436-6F7C-7A0E-927A-6DCF3A2D5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80876-5EDC-FA35-2724-ECBB5E6A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CF7EC-FC3F-23C5-6367-5AFD0105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843C-FC7F-FCB3-C87C-E678F087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1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38DC-1A9F-5C4F-446E-B9759785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A1F5C-EB0A-1555-FE79-BB7FDE43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94F1E-4CCF-8892-65CB-CFBE5597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1EAC4-CBCF-D65F-252E-26E572FD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D3006-9C28-78FB-0BFF-785D9839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0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6F65-65B1-92F4-B1B3-D0E48E88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5C2FA-2738-76F7-462D-4376B1715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E4EE7-92A8-F087-7502-8072E950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2B36-62FA-7FE7-079A-A752D6E8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5003B-F054-F787-3AD3-C74F4A7A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1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95A1-3470-EBE4-3804-7E9A2F57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B2825-8660-A416-E520-CC4149784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0786-695B-7207-A4DC-588FE5923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66A5C-2BE6-C4D0-7E21-929BEC78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A3E0D-8881-5820-99B6-87311B44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9690D-CF50-2C06-F2A4-6391FC51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9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6311-6B27-A41C-29B1-607303A29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2840C-3BFF-E3D3-71C4-89D2FE47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485C-690B-E574-F8C2-3369EA7CF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D383B-7346-EB6F-F9AD-1735AB7CE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9DC5F-7B9A-C8C5-6EE5-AF61C904B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19195-1812-BE08-F43E-4D15A5C8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1A1CF-D507-D201-BF2C-B2847807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A9D38-B5A6-E248-E238-4A3295C8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8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5C83-848B-B41C-8619-380E4120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3F5C7-2773-91B1-0E2C-07E9A263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9BCB0-F8A3-9D03-7495-9FBF7ADD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0E85F-D46D-AD20-E570-7C18B35B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21FA1-97CF-2AD0-C270-A19F36A4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6CCCB-780C-9BE8-C338-1B82A014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68B5D-3116-4052-B77A-646998FE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4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7EE63-1F5C-1770-C020-57461743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FA15-5430-B088-D264-4842735D2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7D0B3-8913-D544-4145-B775D9A96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0B775-D98A-52A0-6B3B-E3BBA86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1C8BD-9EA6-A604-4005-C728C9C9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0237B-D484-4FCC-D31A-2C4BFAAD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3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89EF-0D3B-A881-202E-8FC80C1B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015E8-13F6-37C8-E469-2718EB993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A6D2B-44E6-C5C1-38C0-33C58FA52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C1630-9EE9-5706-426B-808C1DE7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C3F0F-81EE-E452-34F7-EBB82FDA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DBF1F-504D-4FBC-3C21-4A321C5E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8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CB04-B4E8-5951-5381-AFDAD733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75A1D-56A2-2880-0707-21FB34673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E205C-22C8-46D1-8977-9BDE52EC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307-4A3E-30E8-86E4-46558CDC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A6A4C-AD8D-AD77-BFFC-4123827F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22A67C-EF6D-6B4C-889E-358333BF2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68729-F6AD-414E-504D-248EB1559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CEA86-9A7C-2D54-8E68-7FCC4164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339B-A5A2-EE58-FB65-8A17132B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6637A-EB01-FF99-2977-58C899E7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5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DEFD7-9885-BF1C-8AE1-23E06F623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0A073-BA4F-9C98-8398-59F921A3D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2AA7-74B4-0D81-00DF-DE9A79597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9CFE0-56F9-4BAC-97CA-57112FF270E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E6E8-7B44-7D15-F7B0-6F8F10F45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84FC3-5CAE-A8D4-EF71-B7C0C148E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5A471-655B-4105-8B99-AB97B5CB5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3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A10D57-1E3D-C2D8-DD87-E9DF04449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553717"/>
              </p:ext>
            </p:extLst>
          </p:nvPr>
        </p:nvGraphicFramePr>
        <p:xfrm>
          <a:off x="2032000" y="719666"/>
          <a:ext cx="812800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0429900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898625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956669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513883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92178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143453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5725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Job_title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 worked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1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41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32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3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39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72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962393C-C73A-22C6-CBE4-9110C0ADA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994195"/>
              </p:ext>
            </p:extLst>
          </p:nvPr>
        </p:nvGraphicFramePr>
        <p:xfrm>
          <a:off x="2032000" y="719666"/>
          <a:ext cx="812800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0429900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898625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956669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513883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92178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143453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5725468"/>
                    </a:ext>
                  </a:extLst>
                </a:gridCol>
              </a:tblGrid>
              <a:tr h="269486">
                <a:tc>
                  <a:txBody>
                    <a:bodyPr/>
                    <a:lstStyle/>
                    <a:p>
                      <a:r>
                        <a:rPr lang="en-US" dirty="0"/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Job_title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 worked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17020"/>
                  </a:ext>
                </a:extLst>
              </a:tr>
              <a:tr h="156131">
                <a:tc>
                  <a:txBody>
                    <a:bodyPr/>
                    <a:lstStyle/>
                    <a:p>
                      <a:r>
                        <a:rPr lang="en-US" dirty="0"/>
                        <a:t>00023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4189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37B847-5068-162F-A382-3843A040A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92560"/>
              </p:ext>
            </p:extLst>
          </p:nvPr>
        </p:nvGraphicFramePr>
        <p:xfrm>
          <a:off x="2032000" y="2181860"/>
          <a:ext cx="812800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0429900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898625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956669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513883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92178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143453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5725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Job_title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 worked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1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41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32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3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39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84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278891-A005-DDF2-7A46-E437B0716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044395"/>
              </p:ext>
            </p:extLst>
          </p:nvPr>
        </p:nvGraphicFramePr>
        <p:xfrm>
          <a:off x="1574800" y="376084"/>
          <a:ext cx="812800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0429900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898625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956669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513883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92178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143453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5725468"/>
                    </a:ext>
                  </a:extLst>
                </a:gridCol>
              </a:tblGrid>
              <a:tr h="250759">
                <a:tc>
                  <a:txBody>
                    <a:bodyPr/>
                    <a:lstStyle/>
                    <a:p>
                      <a:r>
                        <a:rPr lang="en-US" dirty="0"/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Job_title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 worked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17020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418906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326895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68549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349432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397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36BA93-6E5E-9A93-B6D9-664C643FA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091595"/>
              </p:ext>
            </p:extLst>
          </p:nvPr>
        </p:nvGraphicFramePr>
        <p:xfrm>
          <a:off x="2031999" y="1279505"/>
          <a:ext cx="812800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66057514"/>
                    </a:ext>
                  </a:extLst>
                </a:gridCol>
                <a:gridCol w="1496845">
                  <a:extLst>
                    <a:ext uri="{9D8B030D-6E8A-4147-A177-3AD203B41FA5}">
                      <a16:colId xmlns:a16="http://schemas.microsoft.com/office/drawing/2014/main" val="918646822"/>
                    </a:ext>
                  </a:extLst>
                </a:gridCol>
                <a:gridCol w="1120878">
                  <a:extLst>
                    <a:ext uri="{9D8B030D-6E8A-4147-A177-3AD203B41FA5}">
                      <a16:colId xmlns:a16="http://schemas.microsoft.com/office/drawing/2014/main" val="806062097"/>
                    </a:ext>
                  </a:extLst>
                </a:gridCol>
                <a:gridCol w="865706">
                  <a:extLst>
                    <a:ext uri="{9D8B030D-6E8A-4147-A177-3AD203B41FA5}">
                      <a16:colId xmlns:a16="http://schemas.microsoft.com/office/drawing/2014/main" val="125005870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8455029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9545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7522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04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club_open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24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CALIFOR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Oregon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86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86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8273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FA0A66-D141-6E44-8E1D-EC46DCA52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90542"/>
              </p:ext>
            </p:extLst>
          </p:nvPr>
        </p:nvGraphicFramePr>
        <p:xfrm>
          <a:off x="2489198" y="3987636"/>
          <a:ext cx="812800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93957487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5832847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998861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943251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866158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7816131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11517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DIM_District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64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41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48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70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046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53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194584-8885-1C74-A210-5E117D0CB803}"/>
              </a:ext>
            </a:extLst>
          </p:cNvPr>
          <p:cNvSpPr txBox="1"/>
          <p:nvPr/>
        </p:nvSpPr>
        <p:spPr>
          <a:xfrm>
            <a:off x="1519084" y="1224116"/>
            <a:ext cx="125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DIM_CLUB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D2E05-E7FE-0D02-7D6A-23B4B2A7B85D}"/>
              </a:ext>
            </a:extLst>
          </p:cNvPr>
          <p:cNvSpPr txBox="1"/>
          <p:nvPr/>
        </p:nvSpPr>
        <p:spPr>
          <a:xfrm>
            <a:off x="2773241" y="3614817"/>
            <a:ext cx="143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DIM_STATUS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11E03-8859-DD5B-B7E8-F07656684471}"/>
              </a:ext>
            </a:extLst>
          </p:cNvPr>
          <p:cNvSpPr txBox="1"/>
          <p:nvPr/>
        </p:nvSpPr>
        <p:spPr>
          <a:xfrm>
            <a:off x="1975298" y="1593448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CB5C-012C-0897-604C-D1CC5BA17E5E}"/>
              </a:ext>
            </a:extLst>
          </p:cNvPr>
          <p:cNvSpPr txBox="1"/>
          <p:nvPr/>
        </p:nvSpPr>
        <p:spPr>
          <a:xfrm>
            <a:off x="1975298" y="2034655"/>
            <a:ext cx="88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C9DF2-A9E6-62D0-229C-EBE86299C90E}"/>
              </a:ext>
            </a:extLst>
          </p:cNvPr>
          <p:cNvSpPr txBox="1"/>
          <p:nvPr/>
        </p:nvSpPr>
        <p:spPr>
          <a:xfrm>
            <a:off x="2046792" y="2475862"/>
            <a:ext cx="65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3EAA7-6810-8DA2-2DE3-8F61E9689F7A}"/>
              </a:ext>
            </a:extLst>
          </p:cNvPr>
          <p:cNvSpPr txBox="1"/>
          <p:nvPr/>
        </p:nvSpPr>
        <p:spPr>
          <a:xfrm>
            <a:off x="2046792" y="2917069"/>
            <a:ext cx="145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Hour worked</a:t>
            </a:r>
          </a:p>
        </p:txBody>
      </p:sp>
    </p:spTree>
    <p:extLst>
      <p:ext uri="{BB962C8B-B14F-4D97-AF65-F5344CB8AC3E}">
        <p14:creationId xmlns:p14="http://schemas.microsoft.com/office/powerpoint/2010/main" val="11902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121</Words>
  <Application>Microsoft Office PowerPoint</Application>
  <PresentationFormat>Widescreen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 Mendoza</dc:creator>
  <cp:lastModifiedBy>Raul Mendoza</cp:lastModifiedBy>
  <cp:revision>2</cp:revision>
  <dcterms:created xsi:type="dcterms:W3CDTF">2025-09-17T19:33:20Z</dcterms:created>
  <dcterms:modified xsi:type="dcterms:W3CDTF">2025-09-18T23:18:14Z</dcterms:modified>
</cp:coreProperties>
</file>